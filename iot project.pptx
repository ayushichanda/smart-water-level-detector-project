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0D0A62-3BBE-7514-E076-F62318FC47FA}" v="1" dt="2026-03-16T16:56:39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5651-163C-99B2-561F-A01C0C0B8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EA29A-DDE0-4257-300A-370D3E48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3ED6A-F0AE-D381-71FE-D7B7A966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51A61-156D-17EA-A5D6-278832B7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025C8-26EB-7DBE-093E-BA5DF65A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2214-5385-7AB6-2595-0336B9A3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0F81B-FF2A-558A-8CF7-FBF7FCF54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D7830-2987-A16C-09DA-20BAB2FC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BA7E5-68E7-2341-21CF-5DD16925B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CE760-5BE4-EA76-468F-A47BF629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8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F926-550B-B1CE-B098-9CAA7178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45FFD-C13A-F257-F0CB-1611A61B9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17DAB-0ECD-6836-FAB3-BBEE02EE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DBF9A-11BC-6A8A-9831-58979E7C5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5D270-452D-8993-15F5-FF7E77DC9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84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D7008-69A5-9478-0DF9-A1D1F034B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5DA6C-1D5B-4C1F-6ADE-0354FCF6C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50EA2-CA80-8580-EDDA-98B205685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010BB-8087-193F-9247-7735478F6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4FDF8-48C2-1C61-4189-72B06165C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6ED32-00C0-8879-E24D-EE3373CD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56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40C2-E79B-6A9E-E5A8-EB32F418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2824A-0745-7308-ED37-820EFEC94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AA65A-5B37-4120-1CEC-44108C830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CF1A0-813D-5E84-3EF4-D71956B17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F38B7-4D45-AC9E-9425-710EF9F85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23F0B-7969-36F0-A12B-ADD45C43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BE386B-6491-F472-521D-EE2C21DB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233AD-831F-8D06-2828-8F0D56E3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07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ECAE2-55FC-CD34-B11D-DECE674D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76E94-529D-4C35-F4FB-A5F7BCD6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CAF69-1285-6F96-7694-951B7C12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B410D-1F43-AFFB-1FDB-3077F38E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530B1-E107-315A-94A8-CF81DEE7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7BFD05-19D1-867D-81F3-AAB5E9E4E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D4E17-5FA9-0327-A99D-F35090CB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35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73CA-0821-FEA7-7477-DC929712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CDF6E-219B-376F-0563-4D64B2165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DCFFC-1C9B-7965-2EFD-C3B068A08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3C404-50EF-C37A-7A06-450F72FA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EC70C-AC69-6CFA-EA9A-7F7DE757F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52015-7C0B-E0BB-D88E-C329780D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16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1DFB-B5EB-65EE-22DF-0ACCEF6B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A346ED-3830-6A87-00D2-CB2D28A04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6CDFB-0ABA-0A1F-2A59-BAB345586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22F21-C3E3-977D-DE3D-5C482975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6BEE0-229D-3883-D752-53BC2ACA4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AF156-332A-C589-3B2B-C24D8967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5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F5A28-F4A5-F45D-A1A4-2D70B6E13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64DA8-9C8B-2A8B-4281-9F996FE68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2F205-FAE8-EDD1-AB64-FC5FBA68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BEFAA-4D58-F0C1-6042-D0B9315E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6DC76-CA78-1F64-45E3-C2821BFCF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501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3B892-4172-2A0D-AE96-5C24387067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0B9D6-E1BE-F7D5-44D4-564C5E3C0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8105F-BE8D-9F3F-CE2C-F6D8C29D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D38DD-2E25-3F77-B72D-03C6C00E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34B6F-6BB2-5701-8CB0-5853CC76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567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473AEC-72CD-0CFB-66C8-1CCBBE5E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B389-8945-80E1-7446-6E73E9222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C79F2-436C-F570-9459-0C72D041F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A8040-1A92-4719-A65A-54FEC9B3CC57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BE8DC-4A69-DCF9-CA25-532619276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5C1CB-7B4D-932A-AE21-68B9613FE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9CBA7-19E8-4499-B756-F7DA68F8CD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85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AA3E6-F997-79AD-A941-9DA5C03BA6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56C90-DF1A-0385-5CCE-541317C57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E4E46-CA83-8013-5C69-F6CDECBC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5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1310C1-B4E9-2BC7-D82B-639F43635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5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63F033D4-1AEA-C75C-6610-5D71332FC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8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85F4BA-708F-218B-7CD1-FB366D30E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6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53761-6205-A639-E67C-2A92F8FF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5F8F36-11DC-BD55-A9E3-104BBD403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31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FA41-409D-B7DC-A882-B251C784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5A4F87-A372-D4B9-B664-D26A338CA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9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8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64563-DF8A-12F2-C7EF-AF0C3F021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79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Manasa Manasa</dc:creator>
  <cp:lastModifiedBy>Manasa Manasa</cp:lastModifiedBy>
  <cp:revision>3</cp:revision>
  <dcterms:created xsi:type="dcterms:W3CDTF">2026-03-14T08:17:17Z</dcterms:created>
  <dcterms:modified xsi:type="dcterms:W3CDTF">2026-03-16T16:56:52Z</dcterms:modified>
</cp:coreProperties>
</file>